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A78"/>
          </a:solidFill>
          <a:ln w="12700">
            <a:solidFill>
              <a:srgbClr val="168A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71323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Large-scale Stability Validation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5727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06D"/>
                </a:solidFill>
              </a:rPr>
              <a:t>500k / 1M / 10M mixed-type CSV runs with streaming repair, Validation Gate, and rollback metadata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3232" y="2761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58A6"/>
                </a:solidFill>
              </a:rPr>
              <a:t>10,000,024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rows in largest auto run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962656" y="2761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8A78"/>
                </a:solidFill>
              </a:rPr>
              <a:t>1.19 GB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62656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repaired CSV output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193792" y="2761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36B00"/>
                </a:solidFill>
              </a:rPr>
              <a:t>584.805 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193792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10M end-to-end time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06640" y="2761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42318"/>
                </a:solidFill>
              </a:rPr>
              <a:t>rollback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06640" y="3200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manifest preserved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" y="4251960"/>
            <a:ext cx="10881360" cy="18288"/>
          </a:xfrm>
          <a:prstGeom prst="rect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617720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Claim boundary: this proves the tested local pipeline can complete a 10M-row run; it is not a production-readiness or unlimited-scale claim.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2026-05-17 stability update |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7784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Source: outputs/stability_reprobe_20260517/reprobe_summary.json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WRITES, NOT PLAN-ONLY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auto-session 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81328"/>
          <a:ext cx="10972800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1417320"/>
                <a:gridCol w="1325880"/>
                <a:gridCol w="1143000"/>
                <a:gridCol w="1234440"/>
                <a:gridCol w="2057400"/>
                <a:gridCol w="91440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Rows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Output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Write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 validation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Verdict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500k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500,024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59.25 MB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42.761 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pandas_full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scoped + full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1,000,024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118.50 MB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62.255 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streaming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scoped + full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10,000,024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1.19 GB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584.805 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streaming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affected columns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931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How to describe it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279392"/>
            <a:ext cx="10241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02A"/>
                </a:solidFill>
              </a:rPr>
              <a:t>The 10M run wrote a real repaired CSV, used streaming output, and kept rollback metadata. The post validation was explicitly incremental, not a second full scan.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2026-05-17 stability update | 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Source: outputs/stability_reprobe_20260517/reprobe_summary.json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PROBES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Preview path got materially faster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0972800" cy="2148840"/>
        </p:xfrm>
        <a:graphic>
          <a:graphicData uri="http://schemas.openxmlformats.org/drawingml/2006/table">
            <a:tbl>
              <a:tblPr/>
              <a:tblGrid>
                <a:gridCol w="2194560"/>
                <a:gridCol w="1234440"/>
                <a:gridCol w="1234440"/>
                <a:gridCol w="960120"/>
                <a:gridCol w="3657600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10M operation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Before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After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Speedup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reason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repair_batch plan-only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146.192 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27.674 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5.28x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precomputed issues + lightweight comparison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Gower single issue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93.140 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31.180 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2.99x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bucket prefilter + 512 sample cap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MissForest single issue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189.083 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29.720 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6.36x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 encoded features + compact frame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160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58A6"/>
                </a:solidFill>
              </a:rPr>
              <a:t>21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85800" y="4599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MissForest encoded features after policy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063240" y="4160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68A78"/>
                </a:solidFill>
              </a:rPr>
              <a:t>5,012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063240" y="4599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10M MissForest working rows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40680" y="4160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36B00"/>
                </a:solidFill>
              </a:rPr>
              <a:t>512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40680" y="4599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Gower candidate sample cap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818120" y="41605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42318"/>
                </a:solidFill>
              </a:rPr>
              <a:t>833k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818120" y="4599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2606D"/>
                </a:solidFill>
              </a:rPr>
              <a:t>10M Gower prefiltered pool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2026-05-17 stability update | 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57784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Source: outputs/stability_reprobe_20260517/reprobe_summary.json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UPDATE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Incremental validation is guarded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Large output path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37360"/>
            <a:ext cx="47548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For outputs above 512 MiB, the runtime may run affected-column post validation instead of a second full-table scan.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89320" y="14173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</a:rPr>
              <a:t>New reject rule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737360"/>
            <a:ext cx="4892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</a:rPr>
              <a:t>If any repaired column has a higher issue count after repair than in the baseline scan, Validation Gate rejects and rolls back.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063240"/>
          <a:ext cx="10515600" cy="1645920"/>
        </p:xfrm>
        <a:graphic>
          <a:graphicData uri="http://schemas.openxmlformats.org/drawingml/2006/table">
            <a:tbl>
              <a:tblPr/>
              <a:tblGrid>
                <a:gridCol w="3200400"/>
                <a:gridCol w="6035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Signal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post_scan_incremental_estimate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 is affected-column scoped, not a full post scan.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affected_column_issue_count_increased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Touched column got worse; output is unsafe.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rollback manifest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2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Written outputs can be restored after rejection.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94944" y="5166360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Thesis wording: the system does not hide the validation boundary; it records the scope and rejects local side effects.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2026-05-17 stability update |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Source: outputs/stability_reprobe_20260517/reprobe_summary.json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GUIDE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thesis can safely claim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A78"/>
                </a:solidFill>
              </a:rPr>
              <a:t>Safe claims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17202A"/>
                </a:solidFill>
              </a:rPr>
              <a:t>Completed real 500k, 1M, and 10M AppShell auto runs on the tested Windows machine.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</a:rPr>
              <a:t>Wrote a 1.19 GB repaired CSV for the 10M case and preserved rollback metadata.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</a:rPr>
              <a:t>Improved large-file previews through schema cache, lightweight comparison, Gower prefiltering, and compact MissForest.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6364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</a:rPr>
              <a:t>Avoid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7648" y="1783080"/>
            <a:ext cx="4846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17202A"/>
                </a:solidFill>
              </a:rPr>
              <a:t>Do not claim production readiness or arbitrary billion-row scalability.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</a:rPr>
              <a:t>Do not equate affected-column incremental validation with a full post scan.</a:t>
            </a:r>
            <a:endParaRPr lang="en-US" sz="1350" dirty="0"/>
          </a:p>
          <a:p>
            <a:r>
              <a:rPr lang="en-US" sz="1350" dirty="0">
                <a:solidFill>
                  <a:srgbClr val="17202A"/>
                </a:solidFill>
              </a:rPr>
              <a:t>Do not claim every anomaly type is safe for automatic repair.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1078992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00600"/>
            <a:ext cx="7315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06D"/>
                </a:solidFill>
              </a:rPr>
              <a:t>Detailed source for paper writing: docs/large_scale_stability_20260517.md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2026-05-17 stability update | 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77840" y="6473952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Source: outputs/stability_reprobe_20260517/reprobe_summary.json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Graduation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Large-scale Stability Validation Update</dc:title>
  <dc:subject>Large-scale stability validation update</dc:subject>
  <dc:creator>Anomaly Detection and Repair Project</dc:creator>
  <cp:lastModifiedBy>Anomaly Detection and Repair Project</cp:lastModifiedBy>
  <cp:revision>1</cp:revision>
  <dcterms:created xsi:type="dcterms:W3CDTF">2026-05-17T02:01:00Z</dcterms:created>
  <dcterms:modified xsi:type="dcterms:W3CDTF">2026-05-17T02:01:00Z</dcterms:modified>
</cp:coreProperties>
</file>