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8d1bfb7a54c5b" /><Relationship Type="http://schemas.openxmlformats.org/officeDocument/2006/relationships/extended-properties" Target="/docProps/app.xml" Id="R5c6b50ba1476459e" /><Relationship Type="http://schemas.openxmlformats.org/officeDocument/2006/relationships/officeDocument" Target="/ppt/presentation.xml" Id="R1dbead8a388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9516583014aab"/>
  </p:sldMasterIdLst>
  <p:notesMasterIdLst>
    <p:notesMasterId xmlns:r="http://schemas.openxmlformats.org/officeDocument/2006/relationships" r:id="Rac061a1b0e5e420c"/>
  </p:notesMasterIdLst>
  <p:sldIdLst>
    <p:sldId xmlns:r="http://schemas.openxmlformats.org/officeDocument/2006/relationships" id="256" r:id="R4fccb30f022242aa"/>
    <p:sldId xmlns:r="http://schemas.openxmlformats.org/officeDocument/2006/relationships" id="257" r:id="R8dd20ee81e754833"/>
    <p:sldId xmlns:r="http://schemas.openxmlformats.org/officeDocument/2006/relationships" id="258" r:id="R4a9dccc8a6eb48a9"/>
    <p:sldId xmlns:r="http://schemas.openxmlformats.org/officeDocument/2006/relationships" id="259" r:id="R15beded8c6924d7c"/>
    <p:sldId xmlns:r="http://schemas.openxmlformats.org/officeDocument/2006/relationships" id="260" r:id="R0ae54f7bf45d47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9516583014aab" /><Relationship Type="http://schemas.openxmlformats.org/officeDocument/2006/relationships/theme" Target="/ppt/theme/theme1.xml" Id="R9196924a61b243c6" /><Relationship Type="http://schemas.openxmlformats.org/officeDocument/2006/relationships/notesMaster" Target="/ppt/notesMasters/notesMaster1.xml" Id="Rac061a1b0e5e420c" /><Relationship Type="http://schemas.openxmlformats.org/officeDocument/2006/relationships/presProps" Target="/ppt/presProps.xml" Id="Ra2f82ff8c026480f" /><Relationship Type="http://schemas.openxmlformats.org/officeDocument/2006/relationships/viewProps" Target="/ppt/viewProps.xml" Id="R6fb25dcba78c4f6f" /><Relationship Type="http://schemas.openxmlformats.org/officeDocument/2006/relationships/tableStyles" Target="/ppt/tableStyles.xml" Id="Re2b16705cb7c435b" /><Relationship Type="http://schemas.openxmlformats.org/officeDocument/2006/relationships/slide" Target="/ppt/slides/slide1.xml" Id="R4fccb30f022242aa" /><Relationship Type="http://schemas.openxmlformats.org/officeDocument/2006/relationships/slide" Target="/ppt/slides/slide2.xml" Id="R8dd20ee81e754833" /><Relationship Type="http://schemas.openxmlformats.org/officeDocument/2006/relationships/slide" Target="/ppt/slides/slide3.xml" Id="R4a9dccc8a6eb48a9" /><Relationship Type="http://schemas.openxmlformats.org/officeDocument/2006/relationships/slide" Target="/ppt/slides/slide4.xml" Id="R15beded8c6924d7c" /><Relationship Type="http://schemas.openxmlformats.org/officeDocument/2006/relationships/slide" Target="/ppt/slides/slide5.xml" Id="R0ae54f7bf45d47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1d96f9a782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a72d1dd774838" /><Relationship Type="http://schemas.openxmlformats.org/officeDocument/2006/relationships/notesMaster" Target="/ppt/notesMasters/notesMaster1.xml" Id="Rffbbc63844ba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601baeb53a4e03" /><Relationship Type="http://schemas.openxmlformats.org/officeDocument/2006/relationships/notesMaster" Target="/ppt/notesMasters/notesMaster1.xml" Id="Rd0cae595d4f0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88dce3a294310" /><Relationship Type="http://schemas.openxmlformats.org/officeDocument/2006/relationships/notesMaster" Target="/ppt/notesMasters/notesMaster1.xml" Id="Rd7b6f5985fa945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3d732f9d034084" /><Relationship Type="http://schemas.openxmlformats.org/officeDocument/2006/relationships/notesMaster" Target="/ppt/notesMasters/notesMaster1.xml" Id="Rc9d1527444b2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912e239604b2e" /><Relationship Type="http://schemas.openxmlformats.org/officeDocument/2006/relationships/notesMaster" Target="/ppt/notesMasters/notesMaster1.xml" Id="R73637731f9c349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863b2a43246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28a5f0cbaa4b83" /><Relationship Type="http://schemas.openxmlformats.org/officeDocument/2006/relationships/slideLayout" Target="/ppt/slideLayouts/slideLayout2.xml" Id="R18d6f10167e6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6f10167e6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35c395eff44b0" /><Relationship Type="http://schemas.openxmlformats.org/officeDocument/2006/relationships/notesSlide" Target="/ppt/notesSlides/notesSlide1.xml" Id="R42465c9f0ccf4f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2de2f01144c00" /><Relationship Type="http://schemas.openxmlformats.org/officeDocument/2006/relationships/notesSlide" Target="/ppt/notesSlides/notesSlide2.xml" Id="R4edb78c434cd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9da0003344a1c" /><Relationship Type="http://schemas.openxmlformats.org/officeDocument/2006/relationships/notesSlide" Target="/ppt/notesSlides/notesSlide3.xml" Id="Rc73d31349694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19fcca42544a6" /><Relationship Type="http://schemas.openxmlformats.org/officeDocument/2006/relationships/notesSlide" Target="/ppt/notesSlides/notesSlide4.xml" Id="Ra8e9f5049316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d564caf6b4570" /><Relationship Type="http://schemas.openxmlformats.org/officeDocument/2006/relationships/notesSlide" Target="/ppt/notesSlides/notesSlide5.xml" Id="R243f33815a8b45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AC947-3E17-4FE9-8FFF-D13FF98F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42364-4FB7-4012-8D91-D515D66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871BB-C567-4F1F-A400-C6D387B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Large-scale Labeled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FDE69-91A1-437C-9855-E0AC5761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Ground-truth injection bridge between controlled accuracy and 10M stability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85404-444F-458E-9FA5-08B6C39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8E014-DA24-492F-B68B-A9E67ADA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injected anomalies per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AC54-E34A-42F0-880A-700474A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7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8A78"/>
                </a:solidFill>
                <a:latin typeface="Aptos"/>
                <a:ea typeface="Aptos"/>
                <a:cs typeface="Aptos"/>
              </a:rPr>
              <a:t>1M + 10M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7BE55-13B6-4C60-B4C2-79F99893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labeled generated datasets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01E44-2D00-4EAD-A488-F2F0DDE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100/100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5CAED-2342-4603-B5D9-9B948CD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injected anomalies recalled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79B8D-BB91-4240-9201-FA594479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978EA-A763-402E-A500-205E0639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1M repairable GT cells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66CDC-1C80-43B7-B569-C1E48E86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D6BCD-F573-42F3-9DFF-21D555A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 boundary: 10M is labeled detection-only. Repair accuracy at 10M scale remains future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3A4EB-4156-44C5-A5AB-D9BBAD72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2026-05-31 labeled scale update |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07758-0E36-4F7E-B9BA-D7B627A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96050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Source: artifacts/experiments/large_labeled_validation</a:t>
            </a:r>
          </a:p>
        </p:txBody>
      </p:sp>
    </p:spTree>
    <p:extLst>
      <p:ext uri="{BB962C8B-B14F-4D97-AF65-F5344CB8AC3E}">
        <p14:creationId xmlns:p14="http://schemas.microsoft.com/office/powerpoint/2010/main" val="9861543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C05DC-329E-4C5D-B375-88AFD815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E9B31-1AB1-49B5-B262-3C0194F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11D32-DDD1-4B17-9F8E-AF3E793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LABELED SCAN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3EFA7-78EA-4E65-A98F-CE824F4F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Detection metrics at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6C142-6219-44AD-99C5-F1EE081E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B2401-1000-4048-85BF-0829F7B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ADDE4-CE5C-4B3C-9A71-07720D1C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59D8C-FF09-4EAB-83AB-4CBA568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24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9938C-1BC4-4C9B-979B-9735D51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906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60BF7-D7D1-4E92-8B54-12696ECB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240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BEE20-3BDD-46F6-BFAB-E8F6555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906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F9077-041D-4C7F-848A-7AB8C3B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240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F25FF-414F-4D64-BD5C-ED899E0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906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E6F8A-DFEB-4E91-AD34-227DD80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5378D-D3F9-4618-A67D-C9A5E7D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906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9E590-DAB8-4FDA-A58B-59359F54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24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5B9C9-CC87-41A3-A949-2C5914B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90675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449B0-6601-4375-BCA2-16E6822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240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A1C9B-89D9-4F16-807C-D382D8E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9067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750DA-5A43-4FCF-8FDF-985C4DF0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743F3-DE85-4F4F-B0A5-6BB2166D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906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E3A73-FACA-423F-BDAA-24278890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3F3BB-5DB4-4790-ADE6-D5955984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906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B5FE5-B479-4FF2-8927-D61A9CF3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ED066-7FB1-46F3-B928-DD7B825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1M labeled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58F9D-8751-4ECA-B40E-512973D7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72C75-04D9-434A-8860-76A2EE3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1,000,012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900ED-F782-4209-96B7-7C409AD1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0F5A5-53D3-4559-8272-DF6AB49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F4636-0827-4323-AFEC-05516F7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859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5D3A5-2CE2-4C5F-8087-410C73D5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526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7,680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07BDBB-0917-4DE2-8D11-6D98782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56A35E-E1B0-4699-8B87-78F3BCAC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9957B-79CB-47EA-B246-59D227A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82745-992D-4468-9A1F-0D74914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52625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7,580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A4A01C-93E1-46E4-B420-1C7D7320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859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DCEAE1-12E0-4887-891F-D06B828E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0.013021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00A6AB-CCCF-4DEE-B265-DB5DD82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EA6037-0FFC-426F-9637-404A44D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1.000000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6CC13-A9ED-42F4-AB15-050DE5B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85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63FB5-292F-492C-ABA1-DBEBD39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0.025707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583AC0-0CB2-446B-B6B8-4F125B17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E6C82-015D-4AA6-842A-096A807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10M labeled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371B5D-CEDE-4643-BAAF-0AEA6942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47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48643E-8DCB-4EF9-8ED2-C861A118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145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10,000,012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00CFB1-EF1C-4E7D-8E5A-43F28A8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A9D198-E78A-48F6-8C1C-8F4AC67D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145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8AB3F-A650-4BCA-808E-6CC9ADFA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785D4D-DB5A-4CD0-AA11-1B6B3F37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145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75,864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C2327-5C8D-4201-9BC1-993F5F4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EC1701-FF05-4A3D-A6AD-080B02C2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145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F9668B-7A3C-4B94-8C30-50C08E2C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B87EB9-FC1C-4986-BC50-3AF9AD8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14575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75,764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48F42C-A37E-48D2-90B0-CACCE9B7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606B4B-BB57-49A0-AFF3-A9903C7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0.001318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A7CAF8-DA0F-4285-8D5C-DDC184D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F1E1A6-525C-4952-9B4E-9C9C099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145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1.000000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9742D1-AAC0-4D82-9DAA-9B5807E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EE16B1-81FF-4AEC-AD11-576F8D2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0.002633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B20515-CF40-44F6-BE83-E9B7AF86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1BD610-E892-4EC5-8AD8-8FED4D1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EFAA64-21F5-4F1B-BBD2-AFBCBD68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All injected anomalies were recalled in both labeled scale runs.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DCCF6F-62CA-4205-A4C9-73F9DE6C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B9E8ED-70CA-44C2-9B4E-C9E511F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Missing, rare-category, duplicate, and cross-column findings were exact in this generated setup.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AA2001-BE6B-41AC-AADC-BE43268E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1D4FAF-84EF-415F-A585-0EA53078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Numeric outlier precision collapsed because naturally high total_amount values are also flagged.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13155A-11E5-4FC1-B91C-529350F8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2026-05-31 labeled scale update | 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20E08B-54A2-4E05-BC90-7E2C7AF3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96050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Source: artifacts/experiments/large_labeled_validation</a:t>
            </a:r>
          </a:p>
        </p:txBody>
      </p:sp>
    </p:spTree>
    <p:extLst>
      <p:ext uri="{BB962C8B-B14F-4D97-AF65-F5344CB8AC3E}">
        <p14:creationId xmlns:p14="http://schemas.microsoft.com/office/powerpoint/2010/main" val="2485952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62B63-C64A-4AC5-A068-BAC489A1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3D99-98EB-4693-9389-1493AB6B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BA02B-F672-46B6-B4DE-FE115D2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CONTROLLED REPAIR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756BB-BE8E-4031-B518-7FD1F67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1M repair accuracy and side effects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E9874-5B00-498D-9471-3956414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1A53-8B5F-4AD0-8841-AA22838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5BD0F-E325-4AEC-8CAF-E71F880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D4C3B-85C6-44E7-A891-3C71AE91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D071-6FFB-40A2-9915-7AFC7FE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A6A4C-5218-4382-9E64-E2A97ADF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240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1A677-91B3-4381-A871-9FA5357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906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13B37-ABDD-4B3A-8655-A7C85D7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24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5CB11-49E9-449F-84EC-66CFFC94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906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1326B-3693-4499-B9B9-97AC811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240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8CDC1-7E4C-4960-B65D-76980BB7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906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Improved/Exact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1CB1B-0BE8-4DFD-9D8B-9026F33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24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B23FD-CEB8-4A83-B25B-DB36AFDB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Non-GT modified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88EB4-B78D-41DA-A31B-F70F9E6A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46311-790F-46D2-B3B2-C5EE62E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38F20-787D-4B10-A321-BE31485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12FAE-531A-429A-8953-C1F4629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6044A-BBB8-4F93-B18D-260D668B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DFA60-DBE6-4231-8C6B-0370161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82E7F-D81A-41DB-B99B-59E71AC0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C463C-15AF-40B8-9939-7E493D3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E89CC-FAD8-48E4-B243-9721E24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FECEC-7806-4DAA-80E1-5F664E6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9635D7-0F49-4D33-BF93-CC1318A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5268C-DDC8-442F-AE3D-E28C44B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521FB-DEAD-4F72-93D6-B6432454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65C38-7272-4C93-8E17-B3A86197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657D4-7527-45B1-9172-E5245856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479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C2CE3-95AD-49AC-8519-6180304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59AE16-9FE7-40D7-9E17-CDCF2001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44F6E-881E-4AEA-A931-1ADDD5E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145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BB07A-3A22-4B9D-ADAD-7404C5B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47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4E9EB-4E45-4A6D-B8E8-A30DB48F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145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B13AD2-D7A4-4193-B5F4-E7AEBF5B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FAAB2-4B42-4FD5-9661-BC5A0F5D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145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F8D5F1-E1C2-4F69-A8D4-4734FE3E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8E4745-5F55-405A-A2B7-1CE8945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7,580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15F8B2-9427-464D-B232-AB3CDB6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C7DACD-A9C5-4182-9FB5-AD311B10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rare category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1AD43-29C0-438E-8B06-DECFCC7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5E3527-614F-4D76-BCD0-8B849049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D89BF6-D3E8-4044-B7B5-93D6961B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3CA6A5-5DA9-45FD-9322-5FBF9548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32A313-4863-4885-8169-6DA8E8B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60EB32-EF56-4DA0-9EE0-A549133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7652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83F231-8948-4739-8908-30F9A0B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098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C042D0-BC55-46E3-9B7C-B96750A2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765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E32560-6F1B-4CD0-A6B0-FD449AC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9C9140-4F3B-41CF-8B9B-0517B84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D7C3BB-F794-4023-ABEB-2BA0DDA3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1647C7-9F1B-46C5-AAB5-DEA81BB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overall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494BC7-CB12-488B-BA7E-29EE8B5D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718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D6E088-8665-4579-954D-AA6E268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3847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9EF496-D884-48E3-8086-5E767331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3347B5-673E-4440-92FD-9AC7088F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DF19EE-778A-4FDF-ACF4-378B04C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718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57AA72-4A88-432E-8D17-35128A5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384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10B21B-7074-4AEB-8AC5-0C47465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FD20B7-271B-4C0F-826C-00DC1AE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5B0BA2-67D8-4130-B484-0DDB5BCE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7C124A-1EC9-47EB-BCCD-3E0D38C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7,580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990A06-E4CF-4438-B198-4AD42B2E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7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8A78"/>
                </a:solidFill>
                <a:latin typeface="Aptos"/>
                <a:ea typeface="Aptos"/>
                <a:cs typeface="Aptos"/>
              </a:rPr>
              <a:t>0.430556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E9AACC-5ED6-4E96-9C8E-84FF68F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overall improved-or-exact rate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6126E8-2C45-4407-BC75-696D68F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62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7,652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D3B7A4-A958-4BED-8F26-80A0808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9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total cells modified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2670C4-4698-45C9-BD3C-34FE5B1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7,580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AC8BB9-59F3-41DF-9E96-EA1A554B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9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non-GT numeric side effects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7EDD0C-4112-45E9-A3BD-1CCAC4D7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6DAD12-C942-4B88-AAC0-E2310550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rollback manifest generated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23E5B6-62CE-49DF-8935-968202A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2026-05-31 labeled scale update | 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E9FFFBB-5299-45B9-A29E-2FBA9B3B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96050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Source: artifacts/experiments/large_labeled_validation</a:t>
            </a:r>
          </a:p>
        </p:txBody>
      </p:sp>
    </p:spTree>
    <p:extLst>
      <p:ext uri="{BB962C8B-B14F-4D97-AF65-F5344CB8AC3E}">
        <p14:creationId xmlns:p14="http://schemas.microsoft.com/office/powerpoint/2010/main" val="772760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D31EE-1D4A-4EE1-92F7-2A00D0E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F613E-8583-4F81-AD11-379A54B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F19CE-18DD-4E79-935B-CE7A0D6D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RESOURCE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55B60-383D-484C-BD9B-58A00C7F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Runtime and memory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BD5FA-0421-4382-A421-CE1C9847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CFDFC-16A0-4B34-844B-A6FC949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1A842-6967-4A4C-AF44-49F107D6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B6060-20A8-4A85-884E-DF760255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24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53618-2A2A-4E52-B35D-D6E9062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906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0D6C5-D5DE-401C-AABF-304514B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24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2973B-2EA2-4B87-B234-09F57897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906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B4C45-3327-41A3-935D-F0E7919D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24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EA96D-8ED8-4C73-B00A-A7D35D7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906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Peak working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A3794-90AB-46C8-A70B-6E038400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24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E165A-6D65-42CD-990B-88C6D94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Peak 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E9254-1119-4BC1-8943-F3EBF27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96998-65FF-4934-90E3-5B7E577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3573E-061D-4DC8-9C75-B286040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05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5B364-B353-4C0E-96D7-F8B5C47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scan + GT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12F6F-B0FE-4DB9-B56C-5AAD9FE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05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F0504-98EE-4711-B5F5-09E5221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716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11.481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2BE8C-CC45-48D1-90AE-55B78872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05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15AE6-C009-4A0F-98F0-4782A9FF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494.695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62BCD-8ABD-448F-959F-4AC80173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16CAC-640B-472F-9522-A38ADB4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966.125 MB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7FCE2-A063-411F-AC6C-23FE8BF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C1F56-5708-4FF6-8343-459620C6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F5BC2-2A1B-4082-8D71-3377C54F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282D1-968C-4CE2-8A39-18FA546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26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repair + GT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AE5E0-DC29-4DCE-8967-1123240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DFE8E-2F46-4F24-A5F0-F326952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526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17.074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76105-DF98-4C35-9375-26436BF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9446A-3D34-490E-8088-9118898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526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523.504 MB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6C2B40-4F39-432E-9900-20E3D40C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E104A6-03BD-4805-9899-FBB9621D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52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1007.016 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2F4418-1023-43BD-83F6-F75D5DA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CD26F5-5614-40B7-ABCD-138F0BBC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75BACB-ECE8-45EC-98F1-A488657F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D973E-B0BF-4E9E-A31D-C4AB8EE2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D603CA-B438-464D-9C81-2B3280A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4FE87-4122-46EB-8271-E0E1F7FB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213.854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A9E0B9-79DE-4F97-BD82-B4FC8E2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FC2F84-1AD1-47EF-9CA5-6AE9595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203.512 MB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9A50B-52C9-4242-925C-DBE976D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34FC5B-AA22-4DA5-9612-B596628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33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661.512 MB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95D0A3-32E7-462E-B1AB-83A8CBC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03306C-D5D7-4F87-BA2A-184A1C88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5FCAE0-2E2C-4B68-9471-5C1B5F9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3BF8D8-EBC2-4697-BD84-78271B2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146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scan + GT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579369-67F7-4540-BD57-9366475C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48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B7BB65-2DA4-45C3-958F-A104EF7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146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147.100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6FAF47-37C8-4B16-B848-244EE55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5DB709-13FC-43AF-9BAD-927F1AC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146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4931.457 MB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607FBA-7374-49D8-B424-A624D9A3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7C374D-AEA2-479F-81C4-82323C5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5598.250 MB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86CE49-658C-424D-B247-6EE943C5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Memory note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6CF4B2-8139-42A6-AF2A-4D1CA155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Peak memory is current-process working set/private memory sampled during each stage. It is an engineering observation, not a formal complexity proof.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526F56-DC05-4FCD-96EA-5C2CE367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2026-05-31 labeled scale update |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F743B2-92CF-4669-A31E-B8B9A8DA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96050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Source: artifacts/experiments/large_labeled_validation</a:t>
            </a:r>
          </a:p>
        </p:txBody>
      </p:sp>
    </p:spTree>
    <p:extLst>
      <p:ext uri="{BB962C8B-B14F-4D97-AF65-F5344CB8AC3E}">
        <p14:creationId xmlns:p14="http://schemas.microsoft.com/office/powerpoint/2010/main" val="8510126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8DEF8-F4E1-4EC6-8B68-10953BFB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C868-2F67-412B-968D-F5410FA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DBC41-963A-4747-9123-FC25BFC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CLAIM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4AD41-C0CC-4C1F-81B8-3C3F63E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How to defend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C6D83-0092-43AD-BC87-5BF45E4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49B8D-B0C3-45F1-A5C2-C3121E0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78"/>
                </a:solidFill>
                <a:latin typeface="Aptos"/>
                <a:ea typeface="Aptos"/>
                <a:cs typeface="Aptos"/>
              </a:rPr>
              <a:t>Safe to say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95138-8756-4440-BEBE-59ACA514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ED957-2626-451A-A24F-4CD60F1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large-scale story now has ground-truth evidence, not only throughput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75895-A620-461F-A6F0-0E92DA6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0A961-0BA6-484C-A0D0-60D12B7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scanner recalled all injected anomalies at 1M and 10M scale on generated orders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43DBD-1FDC-40EF-B88B-A6C2062D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C5A37-0269-45DC-9DDA-2D69B67F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1M run completed controlled repair evaluation and preserved rollback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1C671-79DD-4B20-907C-0C70B285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 not overclaim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57A7-AADE-4DB5-9011-C0064FE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6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7A5D5-36B3-47D8-8CEF-D966BB3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 not claim high overall precision; numeric thresholds produced many false positives.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9A6C4-1B49-49A0-9D3E-296EA8F8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FDFCF-5CDA-43FC-91E9-13C5C8D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 not claim 10M repair accuracy; that run is detection-only.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17960-7646-412C-AA19-E158E9B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2F9E1-CB76-4CB0-A9F8-B84D8230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 not present numeric side-effect repairs as successes.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4C4C8-C863-44C6-A463-8FC54C19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00182-D6E1-4FAD-A99F-206647DC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Suggested line: This experiment strengthens the evidence chain, while also making numeric threshold tuning a clear limitation.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B31A1-B2C0-403F-86A5-FA4A48C7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2026-05-31 labeled scale update |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AA795-E96A-4A25-A96E-8A25B505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96050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Source: artifacts/experiments/large_labeled_validation</a:t>
            </a:r>
          </a:p>
        </p:txBody>
      </p:sp>
    </p:spTree>
    <p:extLst>
      <p:ext uri="{BB962C8B-B14F-4D97-AF65-F5344CB8AC3E}">
        <p14:creationId xmlns:p14="http://schemas.microsoft.com/office/powerpoint/2010/main" val="514662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2026-05-31T10:42:24.3120000Z</dcterms:created>
  <dcterms:modified xsi:type="dcterms:W3CDTF">2026-05-31T10:42:24.3120000Z</dcterms:modified>
</coreProperties>
</file>